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3467100" cx="4597400"/>
  <p:notesSz cx="4597400" cy="3467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0350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Alfira233/NN/blob/main/Klass_wine.ipynb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/>
        </p:nvSpPr>
        <p:spPr>
          <a:xfrm>
            <a:off x="392302" y="978712"/>
            <a:ext cx="38234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Тема 5: Реализация задачи классификации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417652" y="1257731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Случайные числа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241300" y="666783"/>
            <a:ext cx="3836047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и тот же код при каждом запуске дает разный результат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Случайные числа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241300" y="666782"/>
            <a:ext cx="3836047" cy="160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и тот же код при каждом запуске дает разный результат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сделать так, чтоб эксперименты были воспроизводимы???</a:t>
            </a:r>
            <a:endParaRPr sz="1400">
              <a:solidFill>
                <a:srgbClr val="FFFF00"/>
              </a:solidFill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53" y="285750"/>
            <a:ext cx="44136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ctrTitle"/>
          </p:nvPr>
        </p:nvSpPr>
        <p:spPr>
          <a:xfrm>
            <a:off x="393700" y="1074800"/>
            <a:ext cx="3868879" cy="8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FFC000"/>
                </a:solidFill>
              </a:rPr>
              <a:t>Реализации задачи классификации</a:t>
            </a:r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ru-RU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1" y="0"/>
            <a:ext cx="4537709" cy="30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/>
          <p:nvPr/>
        </p:nvSpPr>
        <p:spPr>
          <a:xfrm>
            <a:off x="4249801" y="324820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ru-RU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6" y="361950"/>
            <a:ext cx="4591554" cy="21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ru-RU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29" y="5790"/>
            <a:ext cx="4590780" cy="32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351718" y="3276040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ru-RU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7" y="514350"/>
            <a:ext cx="4477871" cy="8858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4203700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971550"/>
            <a:ext cx="4418928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ru-RU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3" y="133350"/>
            <a:ext cx="4533246" cy="3149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4342866" y="3283021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" y="34739"/>
            <a:ext cx="914399" cy="332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34738"/>
            <a:ext cx="3553557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97400" cy="341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5" y="57150"/>
            <a:ext cx="450211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4291526" y="3260912"/>
            <a:ext cx="249936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4291526" y="3248202"/>
            <a:ext cx="249936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58" y="50427"/>
            <a:ext cx="914399" cy="3322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00" y="50427"/>
            <a:ext cx="914401" cy="2678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2/17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68" y="20574"/>
            <a:ext cx="4183063" cy="341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88900" y="209550"/>
            <a:ext cx="4267200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ссылке</a:t>
            </a:r>
            <a:endParaRPr/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https://github.com/Alfira233/NN/blob/main/Klass_wine.ipynb</a:t>
            </a:r>
            <a:endParaRPr sz="18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хранится код, который был разобран ранее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88900" y="209550"/>
            <a:ext cx="42672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 ДЛЯ ЗАДАНИЯ 5</a:t>
            </a:r>
            <a:endParaRPr/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https://github.com/Alfira233/NN/blob/main/Klass_wine_zadanie.ipynb</a:t>
            </a:r>
            <a:endParaRPr sz="18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92635" y="0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Задача:</a:t>
            </a:r>
            <a:endParaRPr sz="1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92635" y="285750"/>
            <a:ext cx="441960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Давайте попрактикуемся с WineNet. Измените архитектуру так, чтобы на вход принимались все 13 признаков и проведите следующие эксперименты: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Поэкспериментируйте с количеством нейронов в скрытых слоях. Попробуйте поставить очень маленькое число. Существует ли пороговое значение количества скрытых нейронов, при котором обучение становится невозможным?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Попробуйте передавать различные значения test_size в функцию train_test_split. При каком значении test_size сеть предсказывает хуже чем Base Rate*? И какой Base Rate у датасета вин?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B6DDE7"/>
                </a:solidFill>
                <a:latin typeface="Calibri"/>
                <a:ea typeface="Calibri"/>
                <a:cs typeface="Calibri"/>
                <a:sym typeface="Calibri"/>
              </a:rPr>
              <a:t>*Base Rate - значение accuracy для случая, когда модель для всех объектов предсказывает самый частотный класс в датасете</a:t>
            </a:r>
            <a:endParaRPr sz="1200">
              <a:solidFill>
                <a:srgbClr val="B6DDE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B6DDE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Зависит ли время обучения на одной эпохе от размера батча? Исследуйте эту зависимость. 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